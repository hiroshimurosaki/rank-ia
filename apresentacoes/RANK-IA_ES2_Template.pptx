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-457200"/>
            <a:ext cx="502920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01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RANK-IA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II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Final ·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858000" y="-1097280"/>
            <a:ext cx="3200400" cy="3566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TÓPICOS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234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ao RANK-IA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89280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RANK-IA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55117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C4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20954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Classes Geral (ED1)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8679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Classes Específico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0" y="1234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&amp; Diagrama de Classes do Código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0" y="189280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SOLID?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46320" y="255117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no RANK-IA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46320" y="320954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antes e depois do SOLID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858000" y="-1097280"/>
            <a:ext cx="3200400" cy="3566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O RANK-IA?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1143000"/>
            <a:ext cx="3931920" cy="155448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1143000"/>
            <a:ext cx="54864" cy="15544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formação manual de equipes consome tempo, sofre de vieses inconscientes e raramente equilibra hard skills com soft skills complementares.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2834640"/>
            <a:ext cx="3931920" cy="182880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2834640"/>
            <a:ext cx="54864" cy="18288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2918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RANK-IA é uma aplicação web corporativa que utiliza Reinforcement Learning para sugerir, automaticamente, equipes otimizadas com base no perfil de cada colaborador.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143000"/>
            <a:ext cx="3977640" cy="12801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143000"/>
            <a:ext cx="54864" cy="1280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12344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Usuários-Alvo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00600" y="160020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Profissionais de RH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Gestores / Gerentes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Colaboradores (acesso limitado)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2514600"/>
            <a:ext cx="3977640" cy="214884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2514600"/>
            <a:ext cx="54864" cy="21488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26060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Benefícios-Chave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00600" y="2971800"/>
            <a:ext cx="3794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Redução de vieses na seleção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Coeficiente de aproveitamento por equipe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Feedback contínuo ao modelo de 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Sugestão de treinamentos por gap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858000" y="-1097280"/>
            <a:ext cx="3200400" cy="3566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ARQUITETURA DO RANK-IA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11887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234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514600" y="123444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Interface de usuário (gestores e RH)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1901952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9476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14600" y="194767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Node.js/Express — Autenticação e roteamento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2615184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66090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Service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514600" y="2660904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Python/FastAPI — Lógica de negócio e orquestração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1480" y="3328416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337413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de IA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3374136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(Gymnasium/StableBaselines3) — Motor de RL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" y="4041648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40873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514600" y="4087368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Dados de colaboradores e equipes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858000" y="-1097280"/>
            <a:ext cx="3200400" cy="3566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DIAGRAMA C4 DO RANK-IA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14300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C4 (Context, Containers, Components, Code) representa a arquitetura em múltiplos níveis de abstração, facilitando a comunicação entre equipes técnicas e stakeholders.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1480" y="1965960"/>
            <a:ext cx="8321040" cy="2834640"/>
          </a:xfrm>
          <a:prstGeom prst="roundRect">
            <a:avLst>
              <a:gd name="adj" fmla="val 2581"/>
            </a:avLst>
          </a:prstGeom>
          <a:solidFill>
            <a:srgbClr val="1A1A2E"/>
          </a:solidFill>
          <a:ln w="19050">
            <a:solidFill>
              <a:srgbClr val="F5C518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502920" y="31546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DIAGRAMA C4 — inserir imagem gerada (ex: draw.io ou PlantUML) 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858000" y="-1097280"/>
            <a:ext cx="3200400" cy="3566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DIAGRAMA DE CLASSES — VISÃO GERAL (ED1)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1430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construído na disciplina de Engenharia de Software I, representando as principais entidades do sistema e seus relacionamentos.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1480" y="1828800"/>
            <a:ext cx="8321040" cy="2971800"/>
          </a:xfrm>
          <a:prstGeom prst="roundRect">
            <a:avLst>
              <a:gd name="adj" fmla="val 2462"/>
            </a:avLst>
          </a:prstGeom>
          <a:solidFill>
            <a:srgbClr val="1A1A2E"/>
          </a:solidFill>
          <a:ln w="19050">
            <a:solidFill>
              <a:srgbClr val="F5C518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502920" y="30861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DIAGRAMA DE CLASSES GERAL (reutilizar da apresentação ED1) 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858000" y="-1097280"/>
            <a:ext cx="3200400" cy="3566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DIAGRAMA DE CLASSES — MÓDULO DE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14300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do Módulo de Recomendação por RL — aprofundamento de um elemento do diagrama geral. Mostramos as classes responsáveis pelo treinamento, política de RL e geração de equipes.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1480" y="1920240"/>
            <a:ext cx="8321040" cy="2926080"/>
          </a:xfrm>
          <a:prstGeom prst="roundRect">
            <a:avLst>
              <a:gd name="adj" fmla="val 2500"/>
            </a:avLst>
          </a:prstGeom>
          <a:solidFill>
            <a:srgbClr val="1A1A2E"/>
          </a:solidFill>
          <a:ln w="19050">
            <a:solidFill>
              <a:srgbClr val="F5C518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502920" y="31546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DIAGRAMA DE CLASSES ESPECÍFICO — Módulo de IA / RecommendationEngine (novo diagrama) 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IMPLEMENTAÇÃO — MÓDULO DE IA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430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Python que implementa a classe RecommendationEngine, responsável por encapsular o agente de Reinforcement Learning e expor a interface de formação de equipes.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874520"/>
            <a:ext cx="8321040" cy="3017520"/>
          </a:xfrm>
          <a:prstGeom prst="roundRect">
            <a:avLst>
              <a:gd name="adj" fmla="val 2424"/>
            </a:avLst>
          </a:prstGeom>
          <a:solidFill>
            <a:srgbClr val="1A1A2E"/>
          </a:solidFill>
          <a:ln w="19050">
            <a:solidFill>
              <a:srgbClr val="F5C51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31546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BLOCO DE CÓDIGO — RecommendationEngine (Python / pseudocódigo comentado)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858000" y="-1097280"/>
            <a:ext cx="3200400" cy="3566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DIAGRAMA DE CLASSES DO CÓDIGO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1430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classes correspondente ao código apresentado no slide anterior — mapeamento direto entre implementação e modelo UML.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1480" y="1828800"/>
            <a:ext cx="8321040" cy="3017520"/>
          </a:xfrm>
          <a:prstGeom prst="roundRect">
            <a:avLst>
              <a:gd name="adj" fmla="val 2424"/>
            </a:avLst>
          </a:prstGeom>
          <a:solidFill>
            <a:srgbClr val="1A1A2E"/>
          </a:solidFill>
          <a:ln w="19050">
            <a:solidFill>
              <a:srgbClr val="F5C518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502920" y="3108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DIAGRAMA DE CLASSES DO CÓDIGO — UML gerado a partir do RecommendationEngine 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858000" y="-1097280"/>
            <a:ext cx="3200400" cy="3566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SOLID?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1188720"/>
            <a:ext cx="502920" cy="5029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2344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51560" y="12070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Single Responsibility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1444752"/>
            <a:ext cx="7635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classe tem apenas uma razão para mudar.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901952"/>
            <a:ext cx="502920" cy="5029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9476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51560" y="19202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Open/Closed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1560" y="2157984"/>
            <a:ext cx="7635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 para extensão, fechado para modificação.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2615184"/>
            <a:ext cx="502920" cy="5029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66090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51560" y="26334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Liskov Substitution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2871216"/>
            <a:ext cx="7635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Subtipos devem poder substituir seus tipos base.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1480" y="3328416"/>
            <a:ext cx="502920" cy="5029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33741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051560" y="334670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Interface Segregation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51560" y="3584448"/>
            <a:ext cx="7635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interfaces específicas a interfaces genéricas.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11480" y="4041648"/>
            <a:ext cx="502920" cy="5029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4087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051560" y="40599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Dependency Inversion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51560" y="4297680"/>
            <a:ext cx="7635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 de abstrações, não de implementações concretas.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858000" y="-1097280"/>
            <a:ext cx="3200400" cy="3566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SOLID NO RANK-IA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1188720"/>
            <a:ext cx="502920" cy="502920"/>
          </a:xfrm>
          <a:prstGeom prst="rect">
            <a:avLst/>
          </a:prstGeom>
          <a:solidFill>
            <a:srgbClr val="16161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2344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51560" y="126187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RecommendationEngine só treina/prediz equipes. Relatórios e feedback ficam em classes separadas.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1901952"/>
            <a:ext cx="502920" cy="502920"/>
          </a:xfrm>
          <a:prstGeom prst="rect">
            <a:avLst/>
          </a:prstGeom>
          <a:solidFill>
            <a:srgbClr val="16161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9476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51560" y="19751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algoritmos de RL podem ser adicionados sem alterar a interface existente (Strategy Pattern).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2615184"/>
            <a:ext cx="502920" cy="502920"/>
          </a:xfrm>
          <a:prstGeom prst="rect">
            <a:avLst/>
          </a:prstGeom>
          <a:solidFill>
            <a:srgbClr val="16161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66090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51560" y="268833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AgentStrategy pode substituir o DQNAgent sem quebrar o sistema.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1480" y="3328416"/>
            <a:ext cx="502920" cy="502920"/>
          </a:xfrm>
          <a:prstGeom prst="rect">
            <a:avLst/>
          </a:prstGeom>
          <a:solidFill>
            <a:srgbClr val="16161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33741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51560" y="34015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ITeamSuggester e IFeedbackConsumer são separados — gestores não dependem de métodos que não usam.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" y="4041648"/>
            <a:ext cx="502920" cy="502920"/>
          </a:xfrm>
          <a:prstGeom prst="rect">
            <a:avLst/>
          </a:prstGeom>
          <a:solidFill>
            <a:srgbClr val="16161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4087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5156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 depende de IRecommendationPort, não da implementação concreta do modelo de RL.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CÓDIGO — ANTES DO SOLID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430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original com violações de SOLID: uma única classe acumulando responsabilidades de treinamento, feedback, relatórios e persistência.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8321040" cy="3017520"/>
          </a:xfrm>
          <a:prstGeom prst="roundRect">
            <a:avLst>
              <a:gd name="adj" fmla="val 2424"/>
            </a:avLst>
          </a:prstGeom>
          <a:solidFill>
            <a:srgbClr val="1A1A2E"/>
          </a:solidFill>
          <a:ln w="19050">
            <a:solidFill>
              <a:srgbClr val="F5C51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3108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CÓDIGO ANTES DO SOLID — mostrar versão original com problemas identificados (comentários no código)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CÓDIGO — APÓS APLICAR SOLID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430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Refatoração aplicando os princípios SOLID: separação de responsabilidades, inversão de dependências e interfaces segregadas.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DEPOIS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148840"/>
            <a:ext cx="3931920" cy="2697480"/>
          </a:xfrm>
          <a:prstGeom prst="roundRect">
            <a:avLst>
              <a:gd name="adj" fmla="val 2712"/>
            </a:avLst>
          </a:prstGeom>
          <a:solidFill>
            <a:srgbClr val="1A1A2E"/>
          </a:solidFill>
          <a:ln w="19050">
            <a:solidFill>
              <a:srgbClr val="F5C51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02920" y="32689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código antigo (resumido)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2148840"/>
            <a:ext cx="3931920" cy="2697480"/>
          </a:xfrm>
          <a:prstGeom prst="roundRect">
            <a:avLst>
              <a:gd name="adj" fmla="val 2712"/>
            </a:avLst>
          </a:prstGeom>
          <a:solidFill>
            <a:srgbClr val="1A1A2E"/>
          </a:solidFill>
          <a:ln w="19050">
            <a:solidFill>
              <a:srgbClr val="F5C51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892040" y="32689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código refatorado com SOLID 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-457200"/>
            <a:ext cx="5943600" cy="6583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RANK-IA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45720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II — 2025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· Igor · Murilo · Matheus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RANK-IA — Engenharia de Software II</dc:title>
  <dc:subject>PptxGenJS Presentation</dc:subject>
  <dc:creator>PptxGenJS</dc:creator>
  <cp:lastModifiedBy>PptxGenJS</cp:lastModifiedBy>
  <cp:revision>1</cp:revision>
  <dcterms:created xsi:type="dcterms:W3CDTF">2026-04-23T02:17:44Z</dcterms:created>
  <dcterms:modified xsi:type="dcterms:W3CDTF">2026-04-23T02:17:44Z</dcterms:modified>
</cp:coreProperties>
</file>